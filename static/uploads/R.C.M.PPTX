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A51A1309-EF11-42AD-9131-5626727472F9}">
          <p14:sldIdLst>
            <p14:sldId id="256"/>
            <p14:sldId id="257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04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781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04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67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38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9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126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014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70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76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902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374BF-0DA5-4BE3-BFD9-406075B9476E}" type="datetimeFigureOut">
              <a:rPr lang="fr-FR" smtClean="0"/>
              <a:t>29/04/2024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9646A-044C-468A-935A-90200E7ED2B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07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33287" t="16707" r="33287" b="36543"/>
          <a:stretch/>
        </p:blipFill>
        <p:spPr>
          <a:xfrm>
            <a:off x="2772621" y="1953864"/>
            <a:ext cx="6112935" cy="4809068"/>
          </a:xfrm>
          <a:prstGeom prst="rect">
            <a:avLst/>
          </a:prstGeom>
        </p:spPr>
      </p:pic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1415935" y="448732"/>
            <a:ext cx="9144000" cy="1419330"/>
          </a:xfrm>
        </p:spPr>
        <p:txBody>
          <a:bodyPr>
            <a:normAutofit/>
          </a:bodyPr>
          <a:lstStyle/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28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33102" t="16255" r="4537" b="26461"/>
          <a:stretch/>
        </p:blipFill>
        <p:spPr>
          <a:xfrm>
            <a:off x="1195166" y="1391463"/>
            <a:ext cx="9669549" cy="4996293"/>
          </a:xfrm>
          <a:prstGeom prst="rect">
            <a:avLst/>
          </a:prstGeom>
        </p:spPr>
      </p:pic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1690255" y="390843"/>
            <a:ext cx="9091352" cy="839441"/>
          </a:xfrm>
        </p:spPr>
        <p:txBody>
          <a:bodyPr>
            <a:normAutofit/>
          </a:bodyPr>
          <a:lstStyle/>
          <a:p>
            <a:r>
              <a:rPr lang="fr-FR" sz="2000" dirty="0"/>
              <a:t>Shift de travail</a:t>
            </a:r>
          </a:p>
        </p:txBody>
      </p:sp>
    </p:spTree>
    <p:extLst>
      <p:ext uri="{BB962C8B-B14F-4D97-AF65-F5344CB8AC3E}">
        <p14:creationId xmlns:p14="http://schemas.microsoft.com/office/powerpoint/2010/main" val="1394538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8796" t="31593" r="10977" b="16610"/>
          <a:stretch/>
        </p:blipFill>
        <p:spPr>
          <a:xfrm>
            <a:off x="1273883" y="2427316"/>
            <a:ext cx="9158589" cy="4430684"/>
          </a:xfrm>
          <a:prstGeom prst="rect">
            <a:avLst/>
          </a:prstGeom>
        </p:spPr>
      </p:pic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38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33332" t="15980" r="3773" b="24733"/>
          <a:stretch/>
        </p:blipFill>
        <p:spPr>
          <a:xfrm>
            <a:off x="1338349" y="1831839"/>
            <a:ext cx="9210194" cy="4883613"/>
          </a:xfrm>
          <a:prstGeom prst="rect">
            <a:avLst/>
          </a:prstGeom>
        </p:spPr>
      </p:pic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76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33416" t="15548" r="3935" b="25422"/>
          <a:stretch/>
        </p:blipFill>
        <p:spPr>
          <a:xfrm>
            <a:off x="1421476" y="2194127"/>
            <a:ext cx="8469313" cy="448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01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33200" t="14974" r="4473" b="24658"/>
          <a:stretch/>
        </p:blipFill>
        <p:spPr>
          <a:xfrm>
            <a:off x="1321724" y="1928235"/>
            <a:ext cx="9291638" cy="506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9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32878" t="15931" r="3613" b="9565"/>
          <a:stretch/>
        </p:blipFill>
        <p:spPr>
          <a:xfrm>
            <a:off x="2316336" y="2116999"/>
            <a:ext cx="7185111" cy="474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0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32986" t="16120" r="2324" b="17589"/>
          <a:stretch/>
        </p:blipFill>
        <p:spPr>
          <a:xfrm>
            <a:off x="1640898" y="2036532"/>
            <a:ext cx="8639175" cy="497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40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33309" t="15165" r="4472" b="23893"/>
          <a:stretch/>
        </p:blipFill>
        <p:spPr>
          <a:xfrm>
            <a:off x="1379913" y="1998662"/>
            <a:ext cx="8820150" cy="485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5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202" t="16693" r="2753" b="24275"/>
          <a:stretch/>
        </p:blipFill>
        <p:spPr>
          <a:xfrm>
            <a:off x="1920240" y="2543693"/>
            <a:ext cx="8412480" cy="436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24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771" t="15738" r="3398" b="17206"/>
          <a:stretch/>
        </p:blipFill>
        <p:spPr>
          <a:xfrm>
            <a:off x="2136371" y="2360813"/>
            <a:ext cx="7015942" cy="414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307" t="16120" r="5333" b="19117"/>
          <a:stretch/>
        </p:blipFill>
        <p:spPr>
          <a:xfrm>
            <a:off x="1886988" y="2003367"/>
            <a:ext cx="7880467" cy="467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21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770" t="16502" r="4474" b="10139"/>
          <a:stretch/>
        </p:blipFill>
        <p:spPr>
          <a:xfrm>
            <a:off x="2360813" y="2202873"/>
            <a:ext cx="6957753" cy="457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17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448" t="15356" r="4473" b="19118"/>
          <a:stretch/>
        </p:blipFill>
        <p:spPr>
          <a:xfrm>
            <a:off x="1496291" y="1928553"/>
            <a:ext cx="7689273" cy="449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6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879" t="15929" r="4794" b="19690"/>
          <a:stretch/>
        </p:blipFill>
        <p:spPr>
          <a:xfrm>
            <a:off x="1637606" y="1895302"/>
            <a:ext cx="8354292" cy="485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34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233" t="15547" r="4473" b="17398"/>
          <a:stretch/>
        </p:blipFill>
        <p:spPr>
          <a:xfrm>
            <a:off x="1939636" y="1903615"/>
            <a:ext cx="8135390" cy="484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89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d’autre catégories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448" t="15547" r="4473" b="17971"/>
          <a:stretch/>
        </p:blipFill>
        <p:spPr>
          <a:xfrm>
            <a:off x="2143298" y="1904379"/>
            <a:ext cx="8355676" cy="495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91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rajouter tout les sites d’OTA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2663" t="15930" r="4043" b="26377"/>
          <a:stretch/>
        </p:blipFill>
        <p:spPr>
          <a:xfrm>
            <a:off x="1562792" y="1945179"/>
            <a:ext cx="8836429" cy="453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0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308" t="16121" r="5118" b="23320"/>
          <a:stretch/>
        </p:blipFill>
        <p:spPr>
          <a:xfrm>
            <a:off x="1571105" y="1970117"/>
            <a:ext cx="8528859" cy="471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56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309" t="15165" r="4687" b="26759"/>
          <a:stretch/>
        </p:blipFill>
        <p:spPr>
          <a:xfrm>
            <a:off x="1253837" y="1862050"/>
            <a:ext cx="9087196" cy="478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3523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41</Words>
  <Application>Microsoft Office PowerPoint</Application>
  <PresentationFormat>Widescreen</PresentationFormat>
  <Paragraphs>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Thème Office</vt:lpstr>
      <vt:lpstr>PowerPoint Presentation</vt:lpstr>
      <vt:lpstr>Shift de travail</vt:lpstr>
      <vt:lpstr>PowerPoint Presentation</vt:lpstr>
      <vt:lpstr>PowerPoint Presentation</vt:lpstr>
      <vt:lpstr>PowerPoint Presentation</vt:lpstr>
      <vt:lpstr>PowerPoint Presentation</vt:lpstr>
      <vt:lpstr>A rajouter d’autre catégories</vt:lpstr>
      <vt:lpstr>PowerPoint Presentation</vt:lpstr>
      <vt:lpstr>PowerPoint Presentation</vt:lpstr>
      <vt:lpstr>A rajouter d’autre catégories</vt:lpstr>
      <vt:lpstr>A rajouter d’autre catégories</vt:lpstr>
      <vt:lpstr>PowerPoint Presentation</vt:lpstr>
      <vt:lpstr>A rajouter d’autre catégories</vt:lpstr>
      <vt:lpstr>A rajouter d’autre catégories</vt:lpstr>
      <vt:lpstr>A rajouter d’autre catégories</vt:lpstr>
      <vt:lpstr>A rajouter d’autre catégories</vt:lpstr>
      <vt:lpstr>A rajouter d’autre catégories</vt:lpstr>
      <vt:lpstr>A rajouter tout les sites d’OTA</vt:lpstr>
      <vt:lpstr>PowerPoint Presentation</vt:lpstr>
      <vt:lpstr>PowerPoint Presentation</vt:lpstr>
    </vt:vector>
  </TitlesOfParts>
  <Company>DZ-SCCM-DEB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Farouk MAMMERI</dc:creator>
  <cp:lastModifiedBy>Chaima Feddane</cp:lastModifiedBy>
  <cp:revision>6</cp:revision>
  <dcterms:created xsi:type="dcterms:W3CDTF">2024-04-24T10:48:21Z</dcterms:created>
  <dcterms:modified xsi:type="dcterms:W3CDTF">2024-04-29T14:32:14Z</dcterms:modified>
</cp:coreProperties>
</file>